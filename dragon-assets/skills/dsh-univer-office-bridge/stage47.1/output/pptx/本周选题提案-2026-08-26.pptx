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rPr>
                <a:solidFill>
                  <a:srgbClr val="2E5C8A"/>
                </a:solidFill>
              </a:rPr>
              <a:t>本周选题提案 · 2026-08-26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>
                <a:solidFill>
                  <a:srgbClr val="555555"/>
                </a:solidFill>
              </a:rPr>
              <a:t>来源：28-data-analyst V11.0 工作台产出 · 数据截至 2026-08-26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13716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选题方向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目标受众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预期数据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AI 工具横评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职场人 / 自媒体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8-12% 互动率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编程技巧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开发者 / 在校生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5-8% 互动率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效率提升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白领 / 管理者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10-15% 互动率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职场成长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3-10 年经验人群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6-10% 互动率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本周热点话题数据（来源：28-data-analyst V11.0 .xlsx 工作簿）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• AI 工具话题声量 7 日均值 32.7，环比上周 +45.5%</a:t>
            </a:r>
          </a:p>
          <a:p>
            <a:r>
              <a:rPr sz="1800"/>
              <a:t>• 编程技巧话题本周最稳定，7 日均值 22.0</a:t>
            </a:r>
          </a:p>
          <a:p>
            <a:r>
              <a:rPr sz="1800"/>
              <a:t>• 效率提升话题持续走强，8/23 单日峰值 27</a:t>
            </a:r>
          </a:p>
          <a:p>
            <a:r>
              <a:rPr sz="1800"/>
              <a:t>• 职场成长话题低开高走，建议下周加投 1 篇</a:t>
            </a:r>
          </a:p>
          <a:p/>
          <a:p>
            <a:r>
              <a:rPr sz="1800"/>
              <a:t>数据来源：dragon-engine/skills/dsh-univer-office-bridge/output/xlsx/本周热点话题趋势.xlsx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本周排期与下周展望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📅 本周排期</a:t>
            </a:r>
          </a:p>
          <a:p>
            <a:r>
              <a:rPr sz="1600"/>
              <a:t>  · 08-26 周一：AI 工具横评（公众号 + 小红书）</a:t>
            </a:r>
          </a:p>
          <a:p>
            <a:r>
              <a:rPr sz="1600"/>
              <a:t>  · 08-28 周三：效率提升（短视频）</a:t>
            </a:r>
          </a:p>
          <a:p>
            <a:r>
              <a:rPr sz="1600"/>
              <a:t>  · 08-30 周五：编程技巧（公众号）</a:t>
            </a:r>
          </a:p>
          <a:p/>
          <a:p>
            <a:r>
              <a:rPr sz="1600"/>
              <a:t>🔮 下周展望</a:t>
            </a:r>
          </a:p>
          <a:p>
            <a:r>
              <a:rPr sz="1600"/>
              <a:t>  · 开学季相关话题热度上升</a:t>
            </a:r>
          </a:p>
          <a:p>
            <a:r>
              <a:rPr sz="1600"/>
              <a:t>  · 国庆节前 1 周适合做「长假规划」选题</a:t>
            </a:r>
          </a:p>
          <a:p>
            <a:r>
              <a:rPr sz="1600"/>
              <a:t>  · 持续监控：模型发布、工具更新、行业峰会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